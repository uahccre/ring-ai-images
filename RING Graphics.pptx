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0376E-7D75-AA74-97CD-1F1009F83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87DEF-E988-B719-35D0-1AF3BAF9D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8CE50-5162-EBE3-0A05-66E2E6B9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ABF13-9389-F252-F01D-ABE9231C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CE8EF-AEAE-A9B2-1524-E6C47314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66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B763-C618-8D14-1003-8076C7AB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F253E-86AA-3399-D331-D7C46DA44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1C884-4797-5025-3C87-5CBAF480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63D01-CE46-B870-4E7C-4049362E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5E1A2-3F75-520C-C51B-6F9E59E3A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0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A8DB-582C-917E-E394-E60DE277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38A5F-4E51-E114-72F2-10BF4AF9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9ED28-9E3D-BD85-1F71-024B99D6D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67031-82E3-5728-6CFD-D90DCD19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5FD12-2D6E-F248-1DB3-7C62528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9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E1A9-58FD-94D1-B37E-D898C842B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9B969-84BB-1E92-A668-8EEC0BB08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78054-6DE6-2BDD-302C-CD9E65F87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B5C4F-0B2B-D98C-46D5-4625AC894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46D63-8202-6271-6D9B-1A2D586E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44CD8-8C88-99F4-8A6F-E062FD59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63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C19F-837A-A5FD-29CB-744E4D7CB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026BF-90D0-C5A8-8C9F-FCBE4D034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737A7-97A2-80FE-B1B3-ACDEB7A3A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35636-F78B-75A1-1043-DFFD2AD7D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B5747-BD3A-7FF7-A0A0-BA8835838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2B1A3-C33A-CB00-E949-96FDBA44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586DEE-6CED-FCBE-DB35-2B42945A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AEBC2-496E-0F2E-3FF0-F9B34E95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44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07EE-FF0A-535C-D2E2-670719B56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38F75-5EEC-DEE8-B64A-DCE7CC813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B74D5-C83D-CE51-861C-A8C77B59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C9F7B-A725-69EE-E927-5EC7430C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9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D1EC6-058B-E43F-CF58-6AC06D0F1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C1423-BC98-A2C1-A440-3E99585BB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3299D-B133-AB11-4AFA-6EA223DF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1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C0E4-B86E-821C-32A9-938C0B7D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A730E-231E-3C50-3FC9-4DF4D6DDF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82073-306D-0ABF-5BFF-533B264B3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174DB-6F06-7539-87B3-EAB32136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63B74-28CB-6A6C-ABF1-F2E75FE6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106BA-9BE7-C017-0C9D-62AE422B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32EF-0FB8-3BB0-6D3B-7EFA88D8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F1489-7455-E3F1-DEFD-4E86DC641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1FB44-ADFC-7CE0-0CE9-F9B96C9C7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664D1-958A-BB24-FFB2-03F601D5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C8774-1EED-63BF-00D2-AA30CE9B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174C2-7766-214B-AF39-E943A619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89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26E3-B3CB-DB25-2C59-16ABDF02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1C46D-0136-F886-6F3A-A21AEE3F0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53195-1A24-A78B-5647-5BACADDF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2CD9F-9300-81F6-8E75-3D25BAEB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55C55-C7ED-3DF7-84B4-86EF18FF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2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112C40-6FA6-2522-C2F1-E12C53E3F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0EB96-E09C-C12F-4ED2-09D2CD28A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02757-7027-ABF4-EA4F-707DBE3BB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7B2BE-AB17-3EBA-66FC-5C73FC92F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BCC5C-F0A5-DB11-1593-054FD5D0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6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ADBAE-BD25-0D41-2BDD-7CE026E9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05E1D-4C37-E2DF-872F-6B879A8D4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26AB3-FF74-E46A-775B-DA231D552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11FF5-99C0-4010-892B-30AC9AE56FB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6FB5-4E1A-A565-9A00-12DD1447D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5380B-1228-B5F7-678F-F15F7BFEF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0DD4B-4CD8-471A-872B-915D98BF6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7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D2CA7-5E4A-BB1C-3AED-06893B9172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2B93C-B2AE-A292-8B47-FF3B739D4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15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585282-7D5C-D023-3BEE-85D12C7D4D33}"/>
              </a:ext>
            </a:extLst>
          </p:cNvPr>
          <p:cNvSpPr/>
          <p:nvPr/>
        </p:nvSpPr>
        <p:spPr>
          <a:xfrm>
            <a:off x="5109884" y="73496"/>
            <a:ext cx="2169459" cy="11295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Root Node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1043DC-C067-48D2-C422-9213F1AD739C}"/>
              </a:ext>
            </a:extLst>
          </p:cNvPr>
          <p:cNvSpPr/>
          <p:nvPr/>
        </p:nvSpPr>
        <p:spPr>
          <a:xfrm>
            <a:off x="2240896" y="2029157"/>
            <a:ext cx="2169459" cy="70821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84D87ED-6296-C7FC-8F86-09F4BEE3B4B0}"/>
              </a:ext>
            </a:extLst>
          </p:cNvPr>
          <p:cNvSpPr/>
          <p:nvPr/>
        </p:nvSpPr>
        <p:spPr>
          <a:xfrm>
            <a:off x="599233" y="3791071"/>
            <a:ext cx="2169459" cy="70821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BDEEE2-1919-8F9D-34E1-CE3A896B8BCA}"/>
              </a:ext>
            </a:extLst>
          </p:cNvPr>
          <p:cNvSpPr/>
          <p:nvPr/>
        </p:nvSpPr>
        <p:spPr>
          <a:xfrm>
            <a:off x="83061" y="4905749"/>
            <a:ext cx="1497106" cy="7888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 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CD84C4-A43E-678F-37CC-F9A6D96299FC}"/>
              </a:ext>
            </a:extLst>
          </p:cNvPr>
          <p:cNvSpPr/>
          <p:nvPr/>
        </p:nvSpPr>
        <p:spPr>
          <a:xfrm>
            <a:off x="1724724" y="4905749"/>
            <a:ext cx="1497106" cy="7888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 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9852ECD-F48D-3294-DBFA-1C1B81A16B8D}"/>
              </a:ext>
            </a:extLst>
          </p:cNvPr>
          <p:cNvSpPr/>
          <p:nvPr/>
        </p:nvSpPr>
        <p:spPr>
          <a:xfrm>
            <a:off x="7907712" y="2029157"/>
            <a:ext cx="2169459" cy="70821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F64903B-68E4-AD48-ACB7-605FCFEBD28F}"/>
              </a:ext>
            </a:extLst>
          </p:cNvPr>
          <p:cNvSpPr/>
          <p:nvPr/>
        </p:nvSpPr>
        <p:spPr>
          <a:xfrm>
            <a:off x="6863322" y="3791071"/>
            <a:ext cx="1497106" cy="7888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 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81A32CF-1C3F-4BAC-9463-3E1C47A3C825}"/>
              </a:ext>
            </a:extLst>
          </p:cNvPr>
          <p:cNvSpPr/>
          <p:nvPr/>
        </p:nvSpPr>
        <p:spPr>
          <a:xfrm>
            <a:off x="9429187" y="3791070"/>
            <a:ext cx="1497106" cy="7888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Leaf 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388A92-CD7B-1855-7C6A-A7E3A6DCC2C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325626" y="1203049"/>
            <a:ext cx="2868988" cy="82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3BCC4D1-5366-40B9-F651-CC3B15521E33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831614" y="4499283"/>
            <a:ext cx="852349" cy="406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1F83D6A-9873-8C42-679A-3F5210159E09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1683963" y="4499283"/>
            <a:ext cx="789314" cy="406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5E76555-28B3-37A4-DE8D-56EAE917AB52}"/>
              </a:ext>
            </a:extLst>
          </p:cNvPr>
          <p:cNvGrpSpPr/>
          <p:nvPr/>
        </p:nvGrpSpPr>
        <p:grpSpPr>
          <a:xfrm>
            <a:off x="3325626" y="3791071"/>
            <a:ext cx="3217490" cy="1896315"/>
            <a:chOff x="3452253" y="3151089"/>
            <a:chExt cx="3217490" cy="189631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192BE60-2FF0-2F92-2B09-2FADA0C2BE4D}"/>
                </a:ext>
              </a:extLst>
            </p:cNvPr>
            <p:cNvSpPr/>
            <p:nvPr/>
          </p:nvSpPr>
          <p:spPr>
            <a:xfrm>
              <a:off x="5172637" y="4258509"/>
              <a:ext cx="1497106" cy="78889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Leaf 6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4F1C9BA-FCB5-7FDD-DF75-683002B9A3C8}"/>
                </a:ext>
              </a:extLst>
            </p:cNvPr>
            <p:cNvSpPr/>
            <p:nvPr/>
          </p:nvSpPr>
          <p:spPr>
            <a:xfrm>
              <a:off x="3968283" y="3151089"/>
              <a:ext cx="2169459" cy="708212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Branch 4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CEB2FD7-8E0A-3748-A80B-A788BCA8DA9D}"/>
                </a:ext>
              </a:extLst>
            </p:cNvPr>
            <p:cNvSpPr/>
            <p:nvPr/>
          </p:nvSpPr>
          <p:spPr>
            <a:xfrm>
              <a:off x="3452253" y="4258509"/>
              <a:ext cx="1497106" cy="78889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Leaf 5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9012649-8DC9-9D40-D5BD-C124F413D760}"/>
                </a:ext>
              </a:extLst>
            </p:cNvPr>
            <p:cNvCxnSpPr>
              <a:stCxn id="33" idx="2"/>
              <a:endCxn id="36" idx="0"/>
            </p:cNvCxnSpPr>
            <p:nvPr/>
          </p:nvCxnSpPr>
          <p:spPr>
            <a:xfrm flipH="1">
              <a:off x="4200806" y="3859301"/>
              <a:ext cx="852207" cy="3992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5E8D8BB-2461-C63F-254E-5693879F8797}"/>
                </a:ext>
              </a:extLst>
            </p:cNvPr>
            <p:cNvCxnSpPr>
              <a:stCxn id="33" idx="2"/>
              <a:endCxn id="7" idx="0"/>
            </p:cNvCxnSpPr>
            <p:nvPr/>
          </p:nvCxnSpPr>
          <p:spPr>
            <a:xfrm>
              <a:off x="5053013" y="3859301"/>
              <a:ext cx="868177" cy="3992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F0B7AFE-CF28-E1A9-C87C-06FDFDC3025C}"/>
              </a:ext>
            </a:extLst>
          </p:cNvPr>
          <p:cNvCxnSpPr>
            <a:stCxn id="32" idx="2"/>
            <a:endCxn id="37" idx="0"/>
          </p:cNvCxnSpPr>
          <p:nvPr/>
        </p:nvCxnSpPr>
        <p:spPr>
          <a:xfrm flipH="1">
            <a:off x="7611875" y="2737369"/>
            <a:ext cx="1380567" cy="1053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843EA43-5C50-BEA5-F228-3B6A5598A469}"/>
              </a:ext>
            </a:extLst>
          </p:cNvPr>
          <p:cNvCxnSpPr>
            <a:stCxn id="32" idx="2"/>
            <a:endCxn id="38" idx="0"/>
          </p:cNvCxnSpPr>
          <p:nvPr/>
        </p:nvCxnSpPr>
        <p:spPr>
          <a:xfrm>
            <a:off x="8992442" y="2737369"/>
            <a:ext cx="1185298" cy="1053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ight Brace 60">
            <a:extLst>
              <a:ext uri="{FF2B5EF4-FFF2-40B4-BE49-F238E27FC236}">
                <a16:creationId xmlns:a16="http://schemas.microsoft.com/office/drawing/2014/main" id="{C36C7DE6-4890-BC0F-6353-A7280D8AD39E}"/>
              </a:ext>
            </a:extLst>
          </p:cNvPr>
          <p:cNvSpPr/>
          <p:nvPr/>
        </p:nvSpPr>
        <p:spPr>
          <a:xfrm>
            <a:off x="11172125" y="221413"/>
            <a:ext cx="376517" cy="8337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02F70443-A887-8984-F06C-F3574ABC6B1A}"/>
              </a:ext>
            </a:extLst>
          </p:cNvPr>
          <p:cNvSpPr/>
          <p:nvPr/>
        </p:nvSpPr>
        <p:spPr>
          <a:xfrm>
            <a:off x="11172126" y="1966404"/>
            <a:ext cx="376517" cy="8337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Brace 62">
            <a:extLst>
              <a:ext uri="{FF2B5EF4-FFF2-40B4-BE49-F238E27FC236}">
                <a16:creationId xmlns:a16="http://schemas.microsoft.com/office/drawing/2014/main" id="{D33BA4AC-74CB-85E3-2FAD-CA149EFC2831}"/>
              </a:ext>
            </a:extLst>
          </p:cNvPr>
          <p:cNvSpPr/>
          <p:nvPr/>
        </p:nvSpPr>
        <p:spPr>
          <a:xfrm>
            <a:off x="11172127" y="3728318"/>
            <a:ext cx="376517" cy="8337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54E914-49FF-1546-CC4F-B553C47F206C}"/>
              </a:ext>
            </a:extLst>
          </p:cNvPr>
          <p:cNvSpPr txBox="1"/>
          <p:nvPr/>
        </p:nvSpPr>
        <p:spPr>
          <a:xfrm>
            <a:off x="11582400" y="45360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28AE7F-3B47-81C7-82C2-CB92E145D2CF}"/>
              </a:ext>
            </a:extLst>
          </p:cNvPr>
          <p:cNvSpPr txBox="1"/>
          <p:nvPr/>
        </p:nvSpPr>
        <p:spPr>
          <a:xfrm>
            <a:off x="11582400" y="219859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F9929E-1CBD-B9E3-083F-CE3468274EB3}"/>
              </a:ext>
            </a:extLst>
          </p:cNvPr>
          <p:cNvSpPr txBox="1"/>
          <p:nvPr/>
        </p:nvSpPr>
        <p:spPr>
          <a:xfrm>
            <a:off x="11582400" y="396051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B822393-04D9-54B0-0CBE-53883484E8CB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>
            <a:off x="6194614" y="1203049"/>
            <a:ext cx="2797828" cy="82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8ED9AD9-1D1F-DBE8-CCA4-847F751B3CB6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1683963" y="2737369"/>
            <a:ext cx="1641663" cy="1053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3776DEA-76A2-E2A7-0003-681C467A1E23}"/>
              </a:ext>
            </a:extLst>
          </p:cNvPr>
          <p:cNvCxnSpPr>
            <a:stCxn id="5" idx="2"/>
            <a:endCxn id="33" idx="0"/>
          </p:cNvCxnSpPr>
          <p:nvPr/>
        </p:nvCxnSpPr>
        <p:spPr>
          <a:xfrm>
            <a:off x="3325626" y="2737369"/>
            <a:ext cx="1600760" cy="1053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500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9223</TotalTime>
  <Words>25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Davis</dc:creator>
  <cp:lastModifiedBy>Jeremy Davis</cp:lastModifiedBy>
  <cp:revision>1</cp:revision>
  <dcterms:created xsi:type="dcterms:W3CDTF">2026-04-29T17:29:59Z</dcterms:created>
  <dcterms:modified xsi:type="dcterms:W3CDTF">2026-05-06T03:13:39Z</dcterms:modified>
</cp:coreProperties>
</file>